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7" d="100"/>
          <a:sy n="77" d="100"/>
        </p:scale>
        <p:origin x="49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4FFC5F-1FB5-4493-B14A-AA8772EA5D65}" type="datetimeFigureOut">
              <a:rPr lang="pt-BR" smtClean="0"/>
              <a:t>03/11/2025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999AC-3141-4D79-889D-B6368F8BE60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692053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4FFC5F-1FB5-4493-B14A-AA8772EA5D65}" type="datetimeFigureOut">
              <a:rPr lang="pt-BR" smtClean="0"/>
              <a:t>03/11/2025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999AC-3141-4D79-889D-B6368F8BE60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991198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4FFC5F-1FB5-4493-B14A-AA8772EA5D65}" type="datetimeFigureOut">
              <a:rPr lang="pt-BR" smtClean="0"/>
              <a:t>03/11/2025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999AC-3141-4D79-889D-B6368F8BE60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656604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4FFC5F-1FB5-4493-B14A-AA8772EA5D65}" type="datetimeFigureOut">
              <a:rPr lang="pt-BR" smtClean="0"/>
              <a:t>03/11/2025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999AC-3141-4D79-889D-B6368F8BE60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608605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4FFC5F-1FB5-4493-B14A-AA8772EA5D65}" type="datetimeFigureOut">
              <a:rPr lang="pt-BR" smtClean="0"/>
              <a:t>03/11/2025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999AC-3141-4D79-889D-B6368F8BE60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814715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4FFC5F-1FB5-4493-B14A-AA8772EA5D65}" type="datetimeFigureOut">
              <a:rPr lang="pt-BR" smtClean="0"/>
              <a:t>03/11/2025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999AC-3141-4D79-889D-B6368F8BE60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118833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4FFC5F-1FB5-4493-B14A-AA8772EA5D65}" type="datetimeFigureOut">
              <a:rPr lang="pt-BR" smtClean="0"/>
              <a:t>03/11/2025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999AC-3141-4D79-889D-B6368F8BE60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614183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4FFC5F-1FB5-4493-B14A-AA8772EA5D65}" type="datetimeFigureOut">
              <a:rPr lang="pt-BR" smtClean="0"/>
              <a:t>03/11/2025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999AC-3141-4D79-889D-B6368F8BE60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967152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4FFC5F-1FB5-4493-B14A-AA8772EA5D65}" type="datetimeFigureOut">
              <a:rPr lang="pt-BR" smtClean="0"/>
              <a:t>03/11/2025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999AC-3141-4D79-889D-B6368F8BE60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127973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4FFC5F-1FB5-4493-B14A-AA8772EA5D65}" type="datetimeFigureOut">
              <a:rPr lang="pt-BR" smtClean="0"/>
              <a:t>03/11/2025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999AC-3141-4D79-889D-B6368F8BE60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082502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4FFC5F-1FB5-4493-B14A-AA8772EA5D65}" type="datetimeFigureOut">
              <a:rPr lang="pt-BR" smtClean="0"/>
              <a:t>03/11/2025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999AC-3141-4D79-889D-B6368F8BE60E}" type="slidenum">
              <a:rPr lang="pt-BR" smtClean="0"/>
              <a:t>‹nº›</a:t>
            </a:fld>
            <a:endParaRPr lang="pt-BR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319655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4FFC5F-1FB5-4493-B14A-AA8772EA5D65}" type="datetimeFigureOut">
              <a:rPr lang="pt-BR" smtClean="0"/>
              <a:t>03/11/2025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999AC-3141-4D79-889D-B6368F8BE60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311485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4FFC5F-1FB5-4493-B14A-AA8772EA5D65}" type="datetimeFigureOut">
              <a:rPr lang="pt-BR" smtClean="0"/>
              <a:t>03/11/2025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999AC-3141-4D79-889D-B6368F8BE60E}" type="slidenum">
              <a:rPr lang="pt-BR" smtClean="0"/>
              <a:t>‹nº›</a:t>
            </a:fld>
            <a:endParaRPr lang="pt-BR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143715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4FFC5F-1FB5-4493-B14A-AA8772EA5D65}" type="datetimeFigureOut">
              <a:rPr lang="pt-BR" smtClean="0"/>
              <a:t>03/11/2025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999AC-3141-4D79-889D-B6368F8BE60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286766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4FFC5F-1FB5-4493-B14A-AA8772EA5D65}" type="datetimeFigureOut">
              <a:rPr lang="pt-BR" smtClean="0"/>
              <a:t>03/11/2025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999AC-3141-4D79-889D-B6368F8BE60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1066094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4FFC5F-1FB5-4493-B14A-AA8772EA5D65}" type="datetimeFigureOut">
              <a:rPr lang="pt-BR" smtClean="0"/>
              <a:t>03/11/2025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999AC-3141-4D79-889D-B6368F8BE60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039499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4FFC5F-1FB5-4493-B14A-AA8772EA5D65}" type="datetimeFigureOut">
              <a:rPr lang="pt-BR" smtClean="0"/>
              <a:t>03/11/2025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783999AC-3141-4D79-889D-B6368F8BE60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149872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5625ED-03FA-448E-9FBA-AEA335A7B21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SCQT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D815400-A3CA-4B99-9E76-1DC1C81C047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Sistema para Criação de Questões sobre Trigonometria</a:t>
            </a:r>
          </a:p>
        </p:txBody>
      </p:sp>
    </p:spTree>
    <p:extLst>
      <p:ext uri="{BB962C8B-B14F-4D97-AF65-F5344CB8AC3E}">
        <p14:creationId xmlns:p14="http://schemas.microsoft.com/office/powerpoint/2010/main" val="13121458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1CD5E2-B779-419C-A3F8-7AB778EA78B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Participantes</a:t>
            </a:r>
          </a:p>
        </p:txBody>
      </p:sp>
    </p:spTree>
    <p:extLst>
      <p:ext uri="{BB962C8B-B14F-4D97-AF65-F5344CB8AC3E}">
        <p14:creationId xmlns:p14="http://schemas.microsoft.com/office/powerpoint/2010/main" val="12544315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01DBDC-71C8-4FE7-B5DE-806DE90A71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Participantes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9FCD70D-587C-41F5-B1A9-BA2D585525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Anthony Guilherme Vieira Moraes</a:t>
            </a:r>
          </a:p>
          <a:p>
            <a:r>
              <a:rPr lang="pt-BR" dirty="0"/>
              <a:t>João Pedro de Souza Fraga</a:t>
            </a:r>
          </a:p>
          <a:p>
            <a:r>
              <a:rPr lang="pt-BR" dirty="0"/>
              <a:t>Marcos Antônio da Silva Almeida</a:t>
            </a:r>
          </a:p>
          <a:p>
            <a:r>
              <a:rPr lang="pt-BR" dirty="0"/>
              <a:t>Paulo Sócrates de Souza Pinheiro</a:t>
            </a:r>
          </a:p>
          <a:p>
            <a:r>
              <a:rPr lang="pt-BR" dirty="0"/>
              <a:t>Vinícius Santos Leite</a:t>
            </a:r>
          </a:p>
          <a:p>
            <a:r>
              <a:rPr lang="pt-BR" dirty="0"/>
              <a:t>Letícia dos Santos de Oliveira</a:t>
            </a:r>
          </a:p>
        </p:txBody>
      </p:sp>
    </p:spTree>
    <p:extLst>
      <p:ext uri="{BB962C8B-B14F-4D97-AF65-F5344CB8AC3E}">
        <p14:creationId xmlns:p14="http://schemas.microsoft.com/office/powerpoint/2010/main" val="35376029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E48EB13-BFAC-44E4-BBE2-54A9A1951C7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69EB929-D888-4BAB-8A97-5AA814D6661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58891989"/>
      </p:ext>
    </p:extLst>
  </p:cSld>
  <p:clrMapOvr>
    <a:masterClrMapping/>
  </p:clrMapOvr>
</p:sld>
</file>

<file path=ppt/theme/theme1.xml><?xml version="1.0" encoding="utf-8"?>
<a:theme xmlns:a="http://schemas.openxmlformats.org/drawingml/2006/main" name="Facetado">
  <a:themeElements>
    <a:clrScheme name="Facetado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ado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ado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10</TotalTime>
  <Words>37</Words>
  <Application>Microsoft Office PowerPoint</Application>
  <PresentationFormat>Widescreen</PresentationFormat>
  <Paragraphs>10</Paragraphs>
  <Slides>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8" baseType="lpstr">
      <vt:lpstr>Arial</vt:lpstr>
      <vt:lpstr>Trebuchet MS</vt:lpstr>
      <vt:lpstr>Wingdings 3</vt:lpstr>
      <vt:lpstr>Facetado</vt:lpstr>
      <vt:lpstr>SCQT</vt:lpstr>
      <vt:lpstr>Participantes</vt:lpstr>
      <vt:lpstr>Participantes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SCQT</dc:title>
  <dc:creator>Familia</dc:creator>
  <cp:lastModifiedBy>Familia</cp:lastModifiedBy>
  <cp:revision>2</cp:revision>
  <dcterms:created xsi:type="dcterms:W3CDTF">2025-11-03T05:44:24Z</dcterms:created>
  <dcterms:modified xsi:type="dcterms:W3CDTF">2025-11-03T05:54:25Z</dcterms:modified>
</cp:coreProperties>
</file>